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SYSTECH-HA-001 — Infrastructure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HA Web Cluster · NFSv4 + iSCSI Hybrid Storage · ZeroTier Mesh Overlay · Centralized DNS (dnsmasq) · Zabbix Monitoring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926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18872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CONTROL DEVICE</a:t>
            </a:r>
            <a:br/>
            <a:r>
              <a:t>Administrator's Laptop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7744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systech-control</a:t>
            </a:r>
            <a:br/>
          </a:p>
          <a:p>
            <a:pPr>
              <a:defRPr sz="900">
                <a:solidFill>
                  <a:srgbClr val="10B981"/>
                </a:solidFill>
              </a:defRPr>
            </a:pPr>
            <a:r>
              <a:t>$ ansible-playbook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$ tofu apply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14400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Ansible Control Node</a:t>
            </a:r>
            <a:br/>
            <a:r>
              <a:t>OpenTofu + Ansible Vault</a:t>
            </a:r>
            <a:br/>
            <a:r>
              <a:t>Podman rootless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097280"/>
            <a:ext cx="8321040" cy="50292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188720"/>
            <a:ext cx="27432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143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Proxmox VE  Subnet 10.10.10.0/24</a:t>
            </a:r>
          </a:p>
        </p:txBody>
      </p:sp>
      <p:sp>
        <p:nvSpPr>
          <p:cNvPr id="12" name="Oval 11"/>
          <p:cNvSpPr/>
          <p:nvPr/>
        </p:nvSpPr>
        <p:spPr>
          <a:xfrm>
            <a:off x="11338560" y="118872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11680"/>
            <a:ext cx="914400" cy="1188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client</a:t>
            </a:r>
            <a:br/>
            <a:r>
              <a:t>10.10.10.11</a:t>
            </a:r>
            <a:br/>
            <a:br/>
            <a:r>
              <a:t>Test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474720"/>
            <a:ext cx="914400" cy="1188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dns01</a:t>
            </a:r>
            <a:br/>
            <a:r>
              <a:t>10.10.10.20</a:t>
            </a:r>
            <a:br/>
            <a:br/>
            <a:r>
              <a:t>dnsmasq LXC</a:t>
            </a:r>
            <a:br/>
            <a:r>
              <a:t>Local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645920"/>
            <a:ext cx="2103120" cy="1645920"/>
          </a:xfrm>
          <a:prstGeom prst="roundRect">
            <a:avLst/>
          </a:prstGeom>
          <a:solidFill>
            <a:srgbClr val="FFFBEB"/>
          </a:solidFill>
          <a:ln>
            <a:solidFill>
              <a:srgbClr val="FCE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6916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B45309"/>
                </a:solidFill>
              </a:defRPr>
            </a:pPr>
            <a:r>
              <a:t>LOAD BALANCING LAYER (HA)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65960"/>
            <a:ext cx="1554480" cy="36576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8350F"/>
                </a:solidFill>
              </a:defRPr>
            </a:pPr>
            <a:r>
              <a:t>Keepalived VIP</a:t>
            </a:r>
            <a:br/>
            <a:r>
              <a:t>10.10.10.30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423160"/>
            <a:ext cx="82296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lb01</a:t>
            </a:r>
            <a:br/>
            <a:r>
              <a:t>10.10.10.21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2423160"/>
            <a:ext cx="822960" cy="7315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lb02</a:t>
            </a:r>
            <a:br/>
            <a:r>
              <a:t>10.10.10.22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645920"/>
            <a:ext cx="4572000" cy="16459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691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D4ED8"/>
                </a:solidFill>
              </a:defRPr>
            </a:pPr>
            <a:r>
              <a:t>APPLICATION LAYER — Cluster (Apache + PHP)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011680"/>
            <a:ext cx="128016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app01</a:t>
            </a:r>
            <a:br/>
            <a:r>
              <a:t>10.10.10.31</a:t>
            </a:r>
            <a:br/>
            <a:br/>
            <a:r>
              <a:t>Apache httpd</a:t>
            </a:r>
            <a:br/>
            <a:r>
              <a:t>PHP-pgsql</a:t>
            </a:r>
            <a:br/>
            <a:r>
              <a:t>NFSv4 client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011680"/>
            <a:ext cx="128016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app02</a:t>
            </a:r>
            <a:br/>
            <a:r>
              <a:t>10.10.10.32</a:t>
            </a:r>
            <a:br/>
            <a:br/>
            <a:r>
              <a:t>Apache httpd</a:t>
            </a:r>
            <a:br/>
            <a:r>
              <a:t>PHP-pgsql</a:t>
            </a:r>
            <a:br/>
            <a:r>
              <a:t>NFSv4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011680"/>
            <a:ext cx="128016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app03</a:t>
            </a:r>
            <a:br/>
            <a:r>
              <a:t>10.10.10.33</a:t>
            </a:r>
            <a:br/>
            <a:br/>
            <a:r>
              <a:t>Apache httpd</a:t>
            </a:r>
            <a:br/>
            <a:r>
              <a:t>PHP-pgsql</a:t>
            </a:r>
            <a:br/>
            <a:r>
              <a:t>NFSv4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474720"/>
            <a:ext cx="21031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5204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</a:defRPr>
            </a:pPr>
            <a:r>
              <a:t>MONITORING (Zabbix LXC)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886200"/>
            <a:ext cx="155448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zabbix-lxc</a:t>
            </a:r>
            <a:br/>
            <a:r>
              <a:t>10.10.10.90</a:t>
            </a:r>
            <a:br/>
            <a:br/>
            <a:r>
              <a:t>PostgreSQL backend</a:t>
            </a:r>
            <a:br/>
            <a:r>
              <a:t>Monitoring all VMs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474720"/>
            <a:ext cx="2651760" cy="16459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5204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991B1B"/>
                </a:solidFill>
              </a:defRPr>
            </a:pPr>
            <a:r>
              <a:t>CENTRALIZED STORAGE</a:t>
            </a:r>
          </a:p>
        </p:txBody>
      </p:sp>
      <p:sp>
        <p:nvSpPr>
          <p:cNvPr id="30" name="Can 29"/>
          <p:cNvSpPr/>
          <p:nvPr/>
        </p:nvSpPr>
        <p:spPr>
          <a:xfrm>
            <a:off x="7772400" y="3886200"/>
            <a:ext cx="1188720" cy="1097280"/>
          </a:xfrm>
          <a:prstGeom prst="can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storage01</a:t>
            </a:r>
            <a:br/>
            <a:r>
              <a:t>10.10.10.50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3474720"/>
            <a:ext cx="1737360" cy="1645920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5204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6B21A8"/>
                </a:solidFill>
              </a:defRPr>
            </a:pPr>
            <a:r>
              <a:t>DATABASE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3886200"/>
            <a:ext cx="1188720" cy="109728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db01</a:t>
            </a:r>
            <a:br/>
            <a:r>
              <a:t>10.10.10.40</a:t>
            </a:r>
            <a:br/>
            <a:br/>
            <a:r>
              <a:t>PostgreSQL 15+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Legend:   ● Client (traffic)   ● Centralized DNS (dns01)   ● HA Load Balancers   ● Application Cluster   ● Storage (NFS + iSCSI)   ● PostgreSQL   ● Zabbix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